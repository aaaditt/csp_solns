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I'm [name]. Over my summer internship I worked on three tasks that build on each other —</a:t>
            </a:r>
          </a:p>
          <a:p>
            <a:r>
              <a:t>starting with core Python data handling, then learning how modern AI applications are built,</a:t>
            </a:r>
          </a:p>
          <a:p>
            <a:r>
              <a:t>and finally shipping a working AI web app. I'll walk through each task and what I took away.</a:t>
            </a:r>
          </a:p>
          <a:p>
            <a:r>
              <a:t>(~30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tasks weren't random — they form a deliberate learning curve.</a:t>
            </a:r>
          </a:p>
          <a:p>
            <a:r>
              <a:t>Task 1 was about handling data reliably in Python with pandas — no AI yet, just the foundation.</a:t>
            </a:r>
          </a:p>
          <a:p>
            <a:r>
              <a:t>Task 2 was where I learned the actual building blocks of AI applications — memory, tools, and</a:t>
            </a:r>
          </a:p>
          <a:p>
            <a:r>
              <a:t>retrieval — using LangChain with Google's Gemini model.</a:t>
            </a:r>
          </a:p>
          <a:p>
            <a:r>
              <a:t>Task 3 is where it all came together: I built and DEPLOYED a real multi-tool AI agent as a web</a:t>
            </a:r>
          </a:p>
          <a:p>
            <a:r>
              <a:t>app that anyone can use in the browser.</a:t>
            </a:r>
          </a:p>
          <a:p>
            <a:r>
              <a:t>So the story is: get the fundamentals right, understand the pieces, then ship something real.</a:t>
            </a:r>
          </a:p>
          <a:p>
            <a:r>
              <a:t>(~2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1 was pure Python and pandas — no AI. The goal was a tool that loads any CSV and gives you a</a:t>
            </a:r>
          </a:p>
          <a:p>
            <a:r>
              <a:t>full picture: how many rows and columns, the data types, how many values are missing, and basic</a:t>
            </a:r>
          </a:p>
          <a:p>
            <a:r>
              <a:t>statistics for the numeric columns.</a:t>
            </a:r>
          </a:p>
          <a:p>
            <a:r>
              <a:t>On top of that it can filter, sort, and export. One detail I'm happy with: the filter is</a:t>
            </a:r>
          </a:p>
          <a:p>
            <a:r>
              <a:t>type-aware — if the column is numeric it matches numbers, otherwise it does a case-insensitive</a:t>
            </a:r>
          </a:p>
          <a:p>
            <a:r>
              <a:t>text match. And every operation has proper error handling, so a wrong filename or empty file gives</a:t>
            </a:r>
          </a:p>
          <a:p>
            <a:r>
              <a:t>a friendly message instead of crashing.</a:t>
            </a:r>
          </a:p>
          <a:p>
            <a:r>
              <a:t>I actually built it twice — a simple version first, then a polished interactive version — which</a:t>
            </a:r>
          </a:p>
          <a:p>
            <a:r>
              <a:t>taught me a lot about iterating on code.</a:t>
            </a:r>
          </a:p>
          <a:p>
            <a:r>
              <a:t>TIP: put a screenshot of the terminal "DATA SUMMARY" output on this slide.</a:t>
            </a:r>
          </a:p>
          <a:p>
            <a:r>
              <a:t>(~2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2 was the conceptual heart of the internship. Instead of one app, I built three small</a:t>
            </a:r>
          </a:p>
          <a:p>
            <a:r>
              <a:t>programs, each teaching one building block of AI applications.</a:t>
            </a:r>
          </a:p>
          <a:p>
            <a:r>
              <a:t>The chatbot taught me MEMORY: an AI model has no memory on its own, so 'remembering' means</a:t>
            </a:r>
          </a:p>
          <a:p>
            <a:r>
              <a:t>re-sending the whole conversation each time. LangChain handles that automatically per session.</a:t>
            </a:r>
          </a:p>
          <a:p>
            <a:r>
              <a:t>The agent taught me TOOLS: I gave the model a calculator, a weather lookup, and a word counter,</a:t>
            </a:r>
          </a:p>
          <a:p>
            <a:r>
              <a:t>and the model itself decides which one to call — and can even chain them. For example, 'what's the</a:t>
            </a:r>
          </a:p>
          <a:p>
            <a:r>
              <a:t>temperature in Paris, plus 10 degrees' makes it call weather, then the calculator. One security</a:t>
            </a:r>
          </a:p>
          <a:p>
            <a:r>
              <a:t>detail: my calculator never uses Python's dangerous eval() — it safely parses the math instead.</a:t>
            </a:r>
          </a:p>
          <a:p>
            <a:r>
              <a:t>The RAG program taught me how to make the AI answer from MY documents — it finds the most relevant</a:t>
            </a:r>
          </a:p>
          <a:p>
            <a:r>
              <a:t>text and instructs the model to answer using only that, which prevents made-up answers.</a:t>
            </a:r>
          </a:p>
          <a:p>
            <a:r>
              <a:t>The big takeaway: all three are really the same thing — you're just building the list of messages</a:t>
            </a:r>
          </a:p>
          <a:p>
            <a:r>
              <a:t>you send to the model in different ways.</a:t>
            </a:r>
          </a:p>
          <a:p>
            <a:r>
              <a:t>(~3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3 brought everything together into a product. It's a web app — built with Streamlit and</a:t>
            </a:r>
          </a:p>
          <a:p>
            <a:r>
              <a:t>deployed to Streamlit Cloud — so anyone can open it in a browser and chat with it.</a:t>
            </a:r>
          </a:p>
          <a:p>
            <a:r>
              <a:t>Behind the chat is a ReAct agent that has four tools: a calculator, a live web search, and the</a:t>
            </a:r>
          </a:p>
          <a:p>
            <a:r>
              <a:t>ability to load a PDF and answer questions about it. The agent reads your question and decides</a:t>
            </a:r>
          </a:p>
          <a:p>
            <a:r>
              <a:t>which tool to use — and it can combine them in a single answer.</a:t>
            </a:r>
          </a:p>
          <a:p>
            <a:r>
              <a:t>Two things I'm proud of here. First, the web search: the search service returns data in a few</a:t>
            </a:r>
          </a:p>
          <a:p>
            <a:r>
              <a:t>different formats, so I wrote code to normalize all of them into clean, readable text. Second,</a:t>
            </a:r>
          </a:p>
          <a:p>
            <a:r>
              <a:t>deployment: locally the app reads API keys from a file, but on the cloud there's no such file, so</a:t>
            </a:r>
          </a:p>
          <a:p>
            <a:r>
              <a:t>I added a 'bridge' that reads the keys from Streamlit's secrets — so the exact same code runs in</a:t>
            </a:r>
          </a:p>
          <a:p>
            <a:r>
              <a:t>both places. There's also a sidebar showing which tools were used and how long each took.</a:t>
            </a:r>
          </a:p>
          <a:p>
            <a:r>
              <a:t>TIP: put a screenshot of your running Streamlit app on this slide.</a:t>
            </a:r>
          </a:p>
          <a:p>
            <a:r>
              <a:t>(~3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wrap up — across the three tasks I went from solid Python data handling, to understanding the</a:t>
            </a:r>
          </a:p>
          <a:p>
            <a:r>
              <a:t>core building blocks of AI applications, to actually deploying one.</a:t>
            </a:r>
          </a:p>
          <a:p>
            <a:r>
              <a:t>Along the way I picked up practical habits: writing robust error handling, thinking about security</a:t>
            </a:r>
          </a:p>
          <a:p>
            <a:r>
              <a:t>(like avoiding eval), and dealing with the real-world gap between running code locally and in the</a:t>
            </a:r>
          </a:p>
          <a:p>
            <a:r>
              <a:t>cloud. If I continued this, I'd add persistent memory, proper per-user sessions, and more tools.</a:t>
            </a:r>
          </a:p>
          <a:p>
            <a:r>
              <a:t>Thank you — I'm happy to take any questions, or give a quick live demo.</a:t>
            </a:r>
          </a:p>
          <a:p>
            <a:r>
              <a:t>(~1.5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there's time, here's the app live. I'll ask it a math question, then a web-search question, and</a:t>
            </a:r>
          </a:p>
          <a:p>
            <a:r>
              <a:t>then upload a PDF and ask about it — you can watch it pick the right tool each time in the sidebar.</a:t>
            </a:r>
          </a:p>
          <a:p>
            <a:r>
              <a:t>Keep the app open in a browser tab as backup even if you don't formally demo.</a:t>
            </a:r>
          </a:p>
          <a:p>
            <a:r>
              <a:t>(~2 minutes, optional)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AI / LLM Application Development</a:t>
            </a:r>
          </a:p>
          <a:p>
            <a:r>
              <a:rPr sz="2200" b="0" i="0">
                <a:solidFill>
                  <a:srgbClr val="B8C6DB"/>
                </a:solidFill>
                <a:latin typeface="Calibri"/>
              </a:rPr>
              <a:t>Summer Internship — Project Report &amp;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[Your Name]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[University / Program]  ·  [Course / Unit code]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[Month, Year]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8FA6C4"/>
                </a:solidFill>
                <a:latin typeface="Calibri"/>
              </a:rPr>
              <a:t>Python  ·  pandas  ·  LangChain  ·  LangGraph  ·  Google Gemini  ·  FAISS  ·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7A28A"/>
                </a:solidFill>
                <a:latin typeface="Calibri"/>
              </a:rPr>
              <a:t>HOW THE INTERNSHIP WAS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Overview: The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Three tasks, one deliberate progression: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Task 1 — Data fundamentals  (Python + pandas)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Task 2 — The LLM building blocks  (LangChain + Gemini)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Task 3 — A deployed AI product  (Streamlit Cloud)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The arc:  Fundamentals  →  Building blocks  →  Shipped product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0" i="0">
                <a:solidFill>
                  <a:srgbClr val="222730"/>
                </a:solidFill>
                <a:latin typeface="Calibri"/>
              </a:rPr>
              <a:t>•  Stack: Python, pandas, LangChain, LangGraph, Gemini, FAISS, Tavily,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7A28A"/>
                </a:solidFill>
                <a:latin typeface="Calibri"/>
              </a:rPr>
              <a:t>TASK 1  ·  PYTHON + 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Task 1 — CSV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Goal: a command-line tool to explore any CSV file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Summary: rows, columns, data types, missing values, numeric stats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Filter (type-aware), Sort, and Export to CSV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Robust error handling: missing file, empty file, bad input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Built in two stages: a basic summarizer → a full interactive tool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0" i="0">
                <a:solidFill>
                  <a:srgbClr val="222730"/>
                </a:solidFill>
                <a:latin typeface="Calibri"/>
              </a:rPr>
              <a:t>•  No AI — this was the data-handling foundation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7A28A"/>
                </a:solidFill>
                <a:latin typeface="Calibri"/>
              </a:rPr>
              <a:t>TASK 2  ·  LANGCHAIN + 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Task 2 — Learning the LLM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Goal: understand how AI apps are built — three concepts, three programs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Chatbot  →  MEMORY  (remembers the conversation)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Agent  →  TOOLS  (decides to run a calculator, weather lookup, etc.)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RAG  →  DOCUMENTS  (answers only from given text — no hallucination)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0" i="0">
                <a:solidFill>
                  <a:srgbClr val="222730"/>
                </a:solidFill>
                <a:latin typeface="Calibri"/>
              </a:rPr>
              <a:t>•  Safety: calculator uses safe AST parsing, never Python's eval()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The mental model:  [messages]  →  Gemini  →  next message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7A28A"/>
                </a:solidFill>
                <a:latin typeface="Calibri"/>
              </a:rPr>
              <a:t>TASK 3  ·  STREAMLIT + LANGGRAPH + 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Task 3 — Multi-Tool AI Agent (Deployed)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Goal: a real, deployed AI web app that picks the right tool for the job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A ReAct agent with 4 tools: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Calculator · Live Web Search (Tavily) · PDF Load · PDF Q&amp;A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0" i="0">
                <a:solidFill>
                  <a:srgbClr val="222730"/>
                </a:solidFill>
                <a:latin typeface="Calibri"/>
              </a:rPr>
              <a:t>•  Chat interface, multi-tool chaining, tool-usage history panel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Deployed on Streamlit Cloud — runs in the browser, no install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Same code runs local + cloud via a secrets 'bridge'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7A28A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Key Learnings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What I learned: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Data handling with pandas + clean, defensive error handling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How LLM apps work: prompts, memory, agents/tools, and RAG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Writing safe code (AST-based calculator instead of eval())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Deploying a real app + managing secrets across local and cloud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The journey:  fundamentals  →  building blocks  →  a shipped product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0" i="0">
                <a:solidFill>
                  <a:srgbClr val="222730"/>
                </a:solidFill>
                <a:latin typeface="Calibri"/>
              </a:rPr>
              <a:t>•  Next steps: persistent memory, per-user sessions, more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7A28A"/>
                </a:solidFill>
                <a:latin typeface="Calibri"/>
              </a:rPr>
              <a:t>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Deployed app:  [your Streamlit Cloud URL]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1" i="0">
                <a:solidFill>
                  <a:srgbClr val="222730"/>
                </a:solidFill>
                <a:latin typeface="Calibri"/>
              </a:rPr>
              <a:t>•  Try these prompts: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"What is 15% of 2500?"   → calculator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"Search for the latest LangChain release"   → web search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B66"/>
                </a:solidFill>
                <a:latin typeface="Calibri"/>
              </a:rPr>
              <a:t>–  Upload a PDF → "Summarize this document"   → PDF Q&amp;A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2000" b="0" i="0">
                <a:solidFill>
                  <a:srgbClr val="222730"/>
                </a:solidFill>
                <a:latin typeface="Calibri"/>
              </a:rPr>
              <a:t>•  Watch the sidebar show which tool was used each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